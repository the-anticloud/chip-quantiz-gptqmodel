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GPTQMODEL | Category: CHIP_QUANTIZATION</a:t>
            </a:r>
          </a:p>
          <a:p>
            <a:r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GPTQMODEL (GPTQ model loading),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Apache 2.0;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