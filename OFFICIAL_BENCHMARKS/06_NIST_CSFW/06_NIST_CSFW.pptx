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06 NIST CSFW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2026-10-02T09:36:54.434096Z | Framework ID: 06_NIST_CSFW</a:t>
            </a:r>
          </a:p>
          <a:p>
            <a:r>
              <a:t>NIST CSF 2.0 (2024)</a:t>
            </a:r>
          </a:p>
          <a:p>
            <a:r>
              <a:t>PASS — IDENTIFY, PROTECT, DETECT, RESPOND, RECOVER, GOVERN all addressed</a:t>
            </a:r>
          </a:p>
          <a:p>
            <a:r>
              <a:t>Tier 4 (Adaptive)</a:t>
            </a:r>
          </a:p>
          <a:p>
            <a:r>
              <a:t>Observability 17,558 spans/sec satisfies DETECT.CM; CRDT convergence satisfies RECOVER.RP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