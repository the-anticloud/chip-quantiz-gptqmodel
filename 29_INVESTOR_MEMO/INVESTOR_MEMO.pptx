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GPTQMODEL | Category: CHIP_QUANTIZATION</a:t>
            </a:r>
          </a:p>
          <a:p>
            <a:r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GPTQ model loading without data egress. Cloud-hosted alternatives leak data by architecture; Anticloud FZ LLE delivers GPTQMODEL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GPTQMODEL (https://github.com/ModelCloud/GPTQModel, Apache 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CHIP_QUANTIZATION;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