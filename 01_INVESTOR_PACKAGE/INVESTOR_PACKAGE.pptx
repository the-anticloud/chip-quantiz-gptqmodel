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GPTQMODEL (CHIP_QUANTIZATION)</a:t>
            </a:r>
          </a:p>
          <a:p>
            <a:r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GPTQMODEL is an Anticloud FZ LLE integration of GPTQ model loading,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